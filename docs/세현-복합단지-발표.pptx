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세현 복합 단지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웹 데모 · 발표 자료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· TypeScript · Vite | 몰 · 시네마 · 콘서트 · 주차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문화·상업 시설을 단일 포털에서 시연하는 프론트엔드 데모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결제·백엔드 없이 로컬 상태로 장바구니·예매·주차 흐름 재현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전환·BGM·챗봇·시각 연출로 발표 시연에 맞춘 완성도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탭: 세현몰 / 세현 시네마 / 콘서트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주차장은 별도 화면(surface) 전환 + 시설 스트립에서 진입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챗봇: 키워드·명령으로 탭 이동·주차 화면 이동 (localChatbotBrain)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핵심 — App.tsx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portal: 현재 탭(mall | cinema | concert)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portalBurst: 전환마다 증가 → PortalScreenFx(풀스크린 버스트) + 입장 애니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mallFx / cinemaFx / concertFx: 각 히어로 별·반짝 등 화면별 연출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key = `${portal}-${portalBurst}` → 탭마다 리마운트로 CSS 애니 재생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연출 · 인터랙션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index.css: 포털 마운트 8종, 버스트 8종, 몰/시네마/콘서트 별 레이어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ClickSparkLayer: 전역 클릭 스파크 (접근성: prefers-reduced-motion 대응)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콘서트 슬라이더: Unsplash 스톡 이미지 + 뷰포트 글로우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BGM · 사운드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탭 우측 하단 AmbientDock: 사용자 클릭 후 재생(브라우저 정책)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Mixkit 풀 트랙 URL + 실패 시 Web Audio 폴백(proceduralFarewellAmbient)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 · 실행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React 18, TypeScript, Vite 6, base: 상대 경로(서브디렉터리 배포 대비)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개발: npm run dev (0.0.0.0:5188 — 같은 Wi-Fi 기기 접속 가능)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배포: npm run build 후 정적 호스팅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229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결제·배송 없이 단일 프론트로 복합 단지 UX를 시연 가능한 구조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환영합니다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세현 복합 단지 데모 — 발표</dc:title>
  <dc:subject>Mini Project</dc:subject>
  <dc:creator>세현 복합 단지 데모</dc:creator>
  <cp:lastModifiedBy>세현 복합 단지 데모</cp:lastModifiedBy>
  <cp:revision>1</cp:revision>
  <dcterms:created xsi:type="dcterms:W3CDTF">2026-04-09T01:35:58Z</dcterms:created>
  <dcterms:modified xsi:type="dcterms:W3CDTF">2026-04-09T01:35:58Z</dcterms:modified>
</cp:coreProperties>
</file>